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AI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timeline from 1950 to today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Jaleel Syed  |  AIML-500 Fundamentals of AI and ML  |  Indiana Wesleyan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The Early Years (1950–1997)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boxes are the AI winters, when progress and funding slowed down.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11274552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8730" y="36667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6746" y="3429000"/>
            <a:ext cx="0" cy="23774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71500" y="1691640"/>
            <a:ext cx="1650492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1228" y="1783080"/>
            <a:ext cx="1431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"Can machines think?" and suggests the Turing Test.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147822" y="36667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5838" y="3922776"/>
            <a:ext cx="0" cy="42062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50592" y="4343400"/>
            <a:ext cx="1650492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4434840"/>
            <a:ext cx="1431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Workshop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"artificial intelligence" is born.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6914" y="36667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54930" y="3429000"/>
            <a:ext cx="0" cy="23774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329684" y="1691640"/>
            <a:ext cx="1650492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9412" y="1783080"/>
            <a:ext cx="1431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1966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first chatbots, built at MIT.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06006" y="3666744"/>
            <a:ext cx="256032" cy="25603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34022" y="3922776"/>
            <a:ext cx="0" cy="42062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08776" y="4343400"/>
            <a:ext cx="1650492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8504" y="4434840"/>
            <a:ext cx="1431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1974–80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 1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over-promised and computers were too weak. Funding was cut.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785098" y="3666744"/>
            <a:ext cx="256032" cy="25603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3114" y="3429000"/>
            <a:ext cx="0" cy="23774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087868" y="1691640"/>
            <a:ext cx="1650492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97596" y="1783080"/>
            <a:ext cx="1431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1987–93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 2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"expert systems" cost too much and broke easily.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664190" y="36667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92206" y="3922776"/>
            <a:ext cx="0" cy="42062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966960" y="4343400"/>
            <a:ext cx="1650492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76688" y="4434840"/>
            <a:ext cx="1431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computer beats chess champion Garry Kasparov.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Jaleel Syed | AIML-500 Workshop 1 |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Deep Learning and the Cloud (2006–Today)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data, GPUs and cloud computing made AI take off.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11274552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6639" y="36667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4655" y="3429000"/>
            <a:ext cx="0" cy="23774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71500" y="1691640"/>
            <a:ext cx="202631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1228" y="1783080"/>
            <a:ext cx="18068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launches AWS. Anyone can rent computing power.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11550" y="36667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39566" y="3922776"/>
            <a:ext cx="0" cy="42062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826410" y="4343400"/>
            <a:ext cx="202631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36138" y="4434840"/>
            <a:ext cx="18068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Hinton's team wins ImageNet using NVIDIA GPUs.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966460" y="36667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4476" y="3429000"/>
            <a:ext cx="0" cy="23774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81321" y="1691640"/>
            <a:ext cx="202631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91049" y="1783080"/>
            <a:ext cx="18068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DeepMind's AI beats a world Go champion.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1370" y="36667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49386" y="3922776"/>
            <a:ext cx="0" cy="42062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36231" y="4343400"/>
            <a:ext cx="202631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45959" y="4434840"/>
            <a:ext cx="18068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introduces the design behind today's chatbots.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476281" y="36667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4297" y="3429000"/>
            <a:ext cx="0" cy="237744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591142" y="1691640"/>
            <a:ext cx="202631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00870" y="1783080"/>
            <a:ext cx="18068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releases ChatGPT and AI goes mainstream.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Jaleel Syed | AIML-500 Workshop 1 |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Amazon Web Services. (2006, August 24). Announcing Amazon Elastic Compute Cloud (Amazon EC2) - beta. https://aws.amazon.com/about-aws/whats-new/2006/08/24/announcing-amazon-elastic-compute-cloud-amazon-ec2---beta/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Bhat, A. K. (2025, March 11). The evolution of AI: From foundations to future prospects. IEEE Computer Society. https://www.computer.org/publications/tech-news/research/evolution-of-ai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Krizhevsky, A., Sutskever, I., &amp; Hinton, G. E. (2012). ImageNet classification with deep convolutional neural networks. Advances in Neural Information Processing Systems, 25.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OpenAI. (2022, November 30). Introducing ChatGPT. https://openai.com/index/chatgpt/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Russell, S., &amp; Norvig, P. (2020). Artificial intelligence: A modern approach (4th ed.). Pearson.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Silver, D., Huang, A., Maddison, C. J., Guez, A., Sifre, L., van den Driessche, G., ... Hassabis, D. (2016). Mastering the game of Go with deep neural networks and tree search. Nature, 529(7587), 484–489.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Turing, A. M. (1950). Computing machinery and intelligence. Mind, 59(236), 433–460.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Vaswani, A., Shazeer, N., Parmar, N., Uszkoreit, J., Jones, L., Gomez, A. N., Kaiser, Ł., &amp; Polosukhin, I. (2017). Attention is all you need. Advances in Neural Information Processing Systems, 30.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Jaleel Syed | AIML-500 Workshop 1 |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AI</dc:title>
  <dc:subject>PptxGenJS Presentation</dc:subject>
  <dc:creator>Jaleel Syed</dc:creator>
  <cp:lastModifiedBy>Jaleel Syed</cp:lastModifiedBy>
  <cp:revision>1</cp:revision>
  <dcterms:created xsi:type="dcterms:W3CDTF">2026-10-22T22:33:02Z</dcterms:created>
  <dcterms:modified xsi:type="dcterms:W3CDTF">2026-10-22T22:33:02Z</dcterms:modified>
</cp:coreProperties>
</file>